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Tahoma-regular.fntdata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185f9e1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185f9e1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185f9e1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185f9e1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185f9e1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185f9e1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185f9e1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185f9e1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185f9e1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185f9e1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185f9e1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3.2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Evaluation in Data mining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</a:t>
            </a:r>
            <a:r>
              <a:rPr lang="en-GB" sz="1800">
                <a:solidFill>
                  <a:srgbClr val="1F1F1F"/>
                </a:solidFill>
              </a:rPr>
              <a:t>how to assess the quality and significance of patterns discovered in data mining and practice using various evaluation metrics and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Pattern Evaluation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of pattern evaluation in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why it's essential to distinguish meaningful patterns from noise.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impact of pattern evaluation on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Evaluation Metrics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common pattern evaluation metrics: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Support, Confidence, Lift, Jaccard Index, F1-Score, etc.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each metric measures different aspects of pattern quality.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Pattern Evaluation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Pratique a set of discovered patterns (e.g., association rules or sequential patterns) on a  given 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Evaluate the patterns using the introduced metrics.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 and discuss the most valuable patterns based on evaluations.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