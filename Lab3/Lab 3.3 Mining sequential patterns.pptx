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Tahoma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font" Target="fonts/Tahoma-bold.fntdata"/><Relationship Id="rId14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4c75febe76_0_20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g24c75febe76_0_20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24c75febe76_0_202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4c75febe76_0_20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24c75febe76_0_20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4c75febe76_0_21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24c75febe76_0_21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4c75febe76_0_39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24c75febe76_0_39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4c75febe76_0_40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24c75febe76_0_40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4c75febe76_0_41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24c75febe76_0_41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2" name="Google Shape;122;p14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6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95" name="Google Shape;195;p16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9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13" name="Google Shape;213;p19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0" name="Google Shape;220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2" name="Google Shape;52;p13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53" name="Google Shape;53;p13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54" name="Google Shape;54;p13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55" name="Google Shape;55;p13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6" name="Google Shape;56;p13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7" name="Google Shape;57;p13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" name="Google Shape;58;p13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9" name="Google Shape;59;p13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0" name="Google Shape;60;p13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1" name="Google Shape;61;p13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2" name="Google Shape;62;p13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3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3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3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3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3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3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3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3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3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3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3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3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3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3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3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3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3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3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3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3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3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3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3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3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3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3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3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3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3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3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3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3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3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3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3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3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3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3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3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3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3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3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3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06" name="Google Shape;106;p13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07" name="Google Shape;107;p13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08" name="Google Shape;108;p13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p13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0" name="Google Shape;110;p13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1" name="Google Shape;111;p13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2" name="Google Shape;112;p13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13" name="Google Shape;113;p13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4" name="Google Shape;114;p13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5" name="Google Shape;115;p13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16" name="Google Shape;116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17" name="Google Shape;117;p13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5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27" name="Google Shape;127;p15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28" name="Google Shape;128;p15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29" name="Google Shape;129;p15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0" name="Google Shape;130;p15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1" name="Google Shape;131;p15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2" name="Google Shape;132;p15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3" name="Google Shape;133;p15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4" name="Google Shape;134;p15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5" name="Google Shape;135;p15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6" name="Google Shape;136;p15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5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5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5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5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5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5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5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5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5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5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5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5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5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5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1" name="Google Shape;151;p15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2" name="Google Shape;152;p15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5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5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5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5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5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8" name="Google Shape;158;p15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9" name="Google Shape;159;p15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5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5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5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5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5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5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5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5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5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5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5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5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5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5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5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5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5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5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5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5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5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1" name="Google Shape;181;p15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2" name="Google Shape;182;p15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83" name="Google Shape;183;p15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84" name="Google Shape;184;p15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15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86" name="Google Shape;186;p15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87" name="Google Shape;187;p1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88" name="Google Shape;188;p15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9" name="Google Shape;189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0" name="Google Shape;190;p15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1" name="Google Shape;191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3.3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Mining Sequential Patterns</a:t>
            </a:r>
            <a:endParaRPr sz="3600"/>
          </a:p>
        </p:txBody>
      </p:sp>
      <p:pic>
        <p:nvPicPr>
          <p:cNvPr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3.3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35" name="Google Shape;235;p2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Understand </a:t>
            </a:r>
            <a:r>
              <a:rPr lang="en-GB" sz="1800">
                <a:solidFill>
                  <a:srgbClr val="1F1F1F"/>
                </a:solidFill>
              </a:rPr>
              <a:t>the concept of mining sequential patterns in data and hands-on experience with sequential pattern mining techniques.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Duration: 1 slot session (approximately 2.15 hours)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3.3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4" name="Google Shape;244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1: Introduction to Sequential Pattern Mining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the importance and applications of mining sequential patterns.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real-world scenarios where sequential pattern mining is valuable.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Explain how sequential patterns are used in recommendation systems, web mining, and more.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5" name="Google Shape;2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3.3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3" name="Google Shape;253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2: Types of Sequential Patterns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different types of sequential patterns, such as frequent sequential patterns and closed sequential patterns.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Explain the significance of each type and when to use them.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3.3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2" name="Google Shape;262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3: Hands-on Sequential Pattern Mining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Work with a given dataset containing sequential data (e.g., web clickstreams, customer transactions, or any relevant dataset).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Choose a sequential pattern mining algorithm (e.g., GSP, PrefixSpan) and apply it to the dataset.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Discover frequent sequential patterns based on chosen algorithm.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3" name="Google Shape;2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3.3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1" name="Google Shape;271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4: Interpretation and Application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Interpret the discovered sequential patterns.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the practical applications of these patterns in the context of the dataset.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2" name="Google Shape;2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