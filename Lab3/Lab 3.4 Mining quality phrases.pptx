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hla7NTM3jATM2opTeyWZH6w5BC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16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77" name="Google Shape;77;p8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78" name="Google Shape;78;p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9" name="Google Shape;79;p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8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8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8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8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8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50" name="Google Shape;150;p10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8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8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8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8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8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57" name="Google Shape;157;p11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8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8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8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8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8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58" name="Google Shape;158;p1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2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2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8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8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8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8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8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168" name="Google Shape;168;p13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8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8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8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8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8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169" name="Google Shape;169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8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8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8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8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8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75" name="Google Shape;175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4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84" name="Google Shape;184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5" name="Google Shape;18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2" name="Google Shape;1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7" name="Google Shape;19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7" name="Google Shape;20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1" name="Google Shape;211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2" name="Google Shape;212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3" name="Google Shape;21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16" name="Google Shape;2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7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7" name="Google Shape;7;p7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8" name="Google Shape;8;p7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9" name="Google Shape;9;p7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10" name="Google Shape;10;p7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" name="Google Shape;11;p7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" name="Google Shape;12;p7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" name="Google Shape;13;p7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4" name="Google Shape;14;p7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5" name="Google Shape;15;p7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6" name="Google Shape;16;p7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7" name="Google Shape;17;p7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8" name="Google Shape;18;p7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9" name="Google Shape;19;p7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0" name="Google Shape;20;p7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1" name="Google Shape;21;p7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2" name="Google Shape;22;p7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3" name="Google Shape;23;p7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4" name="Google Shape;24;p7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5" name="Google Shape;25;p7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6" name="Google Shape;26;p7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7" name="Google Shape;27;p7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8" name="Google Shape;28;p7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9" name="Google Shape;29;p7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0" name="Google Shape;30;p7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1" name="Google Shape;31;p7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2" name="Google Shape;32;p7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3" name="Google Shape;33;p7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4" name="Google Shape;34;p7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5" name="Google Shape;35;p7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6" name="Google Shape;36;p7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7" name="Google Shape;37;p7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8" name="Google Shape;38;p7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9" name="Google Shape;39;p7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0" name="Google Shape;40;p7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1" name="Google Shape;41;p7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2" name="Google Shape;42;p7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3" name="Google Shape;43;p7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4" name="Google Shape;44;p7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5" name="Google Shape;45;p7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6" name="Google Shape;46;p7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7" name="Google Shape;47;p7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8" name="Google Shape;48;p7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9" name="Google Shape;49;p7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50" name="Google Shape;50;p7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51" name="Google Shape;51;p7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52" name="Google Shape;52;p7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53" name="Google Shape;53;p7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54" name="Google Shape;54;p7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55" name="Google Shape;55;p7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56" name="Google Shape;56;p7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57" name="Google Shape;57;p7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58" name="Google Shape;58;p7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59" name="Google Shape;59;p7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60" name="Google Shape;60;p7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61" name="Google Shape;61;p7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62" name="Google Shape;62;p7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63" name="Google Shape;63;p7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64" name="Google Shape;64;p7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65" name="Google Shape;65;p7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66" name="Google Shape;66;p7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67" name="Google Shape;67;p7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68" name="Google Shape;68;p7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69" name="Google Shape;69;p7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70" name="Google Shape;70;p7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72" name="Google Shape;72;p7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3" name="Google Shape;73;p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9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82" name="Google Shape;82;p9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83" name="Google Shape;83;p9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84" name="Google Shape;84;p9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85" name="Google Shape;85;p9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86" name="Google Shape;86;p9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87" name="Google Shape;87;p9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88" name="Google Shape;88;p9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89" name="Google Shape;89;p9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0" name="Google Shape;90;p9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1" name="Google Shape;91;p9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2" name="Google Shape;92;p9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9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9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9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9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7" name="Google Shape;97;p9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8" name="Google Shape;98;p9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9" name="Google Shape;99;p9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00" name="Google Shape;100;p9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01" name="Google Shape;101;p9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02" name="Google Shape;102;p9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03" name="Google Shape;103;p9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04" name="Google Shape;104;p9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05" name="Google Shape;105;p9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06" name="Google Shape;106;p9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07" name="Google Shape;107;p9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08" name="Google Shape;108;p9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09" name="Google Shape;109;p9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0" name="Google Shape;110;p9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1" name="Google Shape;111;p9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2" name="Google Shape;112;p9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3" name="Google Shape;113;p9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4" name="Google Shape;114;p9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5" name="Google Shape;115;p9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6" name="Google Shape;116;p9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7" name="Google Shape;117;p9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8" name="Google Shape;118;p9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19" name="Google Shape;119;p9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0" name="Google Shape;120;p9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1" name="Google Shape;121;p9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2" name="Google Shape;122;p9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3" name="Google Shape;123;p9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4" name="Google Shape;124;p9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5" name="Google Shape;125;p9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6" name="Google Shape;126;p9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7" name="Google Shape;127;p9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8" name="Google Shape;128;p9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29" name="Google Shape;129;p9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0" name="Google Shape;130;p9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1" name="Google Shape;131;p9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2" name="Google Shape;132;p9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3" name="Google Shape;133;p9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4" name="Google Shape;134;p9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5" name="Google Shape;135;p9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descr="60%" id="136" name="Google Shape;136;p9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37" name="Google Shape;137;p9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138" name="Google Shape;138;p9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39" name="Google Shape;139;p9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9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sp>
            <p:nvSpPr>
              <p:cNvPr id="141" name="Google Shape;141;p9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42" name="Google Shape;142;p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43" name="Google Shape;143;p9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4" name="Google Shape;144;p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5" name="Google Shape;145;p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6" name="Google Shape;146;p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Mining Quality Phrases</a:t>
            </a:r>
            <a:endParaRPr sz="3600"/>
          </a:p>
        </p:txBody>
      </p:sp>
      <p:pic>
        <p:nvPicPr>
          <p:cNvPr id="229" name="Google Shape;2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35" name="Google Shape;235;p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the concept of mining quality phrases or collocations from textual data and hands-on experience with phrase mining techniques.</a:t>
            </a:r>
            <a:endParaRPr sz="1800">
              <a:solidFill>
                <a:srgbClr val="1F1F1F"/>
              </a:solidFill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080"/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36" name="Google Shape;2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-GB" sz="1800" u="none" cap="none" strike="noStrike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 sz="1400" u="none" cap="none" strike="noStrike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4" name="Google Shape;244;p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Introduction to Quality Phrase Mining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significance of mining quality phrases or collocations in natural language processing.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how quality phrases enhance language understanding and sentiment analysis.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Explain the importance of meaningful phrase extraction in text data.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5" name="Google Shape;24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3" name="Google Shape;253;p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Types of Quality Phrases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different types of quality phrases, including noun phrases, verb phrases, and adjective-noun phrases.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when and where each type of phrase is valuable.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4" name="Google Shape;2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2" name="Google Shape;262;p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Hands-on Quality Phrase Mining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with a given text dataset (e.g., a collection of articles, product reviews, or social media posts).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Choose a phrase mining technique (e.g., pointwise mutual information, log-likelihood ratio) and apply it to the dataset.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Extract meaningful quality phrases based on chosen technique.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3" name="Google Shape;26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3.4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1" name="Google Shape;271;p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4: Interpretation and Application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Interpret the extracted quality phrases.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how these phrases can be used in various natural language processing tasks, such as sentiment analysis or topic modeling.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2" name="Google Shape;2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1" sz="1400" u="none" cap="none" strike="noStrike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